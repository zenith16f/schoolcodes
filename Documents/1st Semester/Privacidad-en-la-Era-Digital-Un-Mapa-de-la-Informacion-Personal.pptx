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BM Plex Sans Medium" panose="020B0603050203000203" pitchFamily="34" charset="0"/>
      <p:regular r:id="rId11"/>
    </p:embeddedFont>
    <p:embeddedFont>
      <p:font typeface="Roboto" panose="02000000000000000000" pitchFamily="2" charset="0"/>
      <p:regular r:id="rId12"/>
    </p:embeddedFont>
    <p:embeddedFont>
      <p:font typeface="Roboto Medium" panose="02000000000000000000" pitchFamily="2" charset="0"/>
      <p:regular r:id="rId13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242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Privacidad en la Era Digital: Un Mapa de la Información Personal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un mundo cada vez más conectado, la privacidad se ha convertido en un desafío crucial. Exploraremos los conceptos, las amenazas y las herramientas para navegar en la era digital con seguridad.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407110" y="5971103"/>
            <a:ext cx="109061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5F</a:t>
            </a:r>
            <a:endParaRPr lang="en-US" sz="7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4D4FEF-5B16-95A0-82CD-87C2B7745BEE}"/>
              </a:ext>
            </a:extLst>
          </p:cNvPr>
          <p:cNvSpPr/>
          <p:nvPr/>
        </p:nvSpPr>
        <p:spPr>
          <a:xfrm>
            <a:off x="11274136" y="6920346"/>
            <a:ext cx="3241964" cy="1194954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9141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Conceptos Básicos de la Privacidad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30371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Derecho a la privacidad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derecho a la privacidad es el derecho de un individuo a controlar su propia información personal.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Datos personales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Cualquier información que identifica o puede ser utilizada para identificar a una persona.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Tratamiento de 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Recopilación, almacenamiento, uso, procesamiento, divulgación y eliminación de datos personales.</a:t>
            </a:r>
            <a:endParaRPr lang="en-US" sz="17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67921F5-96FD-0FF4-4F74-992A89859C37}"/>
              </a:ext>
            </a:extLst>
          </p:cNvPr>
          <p:cNvSpPr/>
          <p:nvPr/>
        </p:nvSpPr>
        <p:spPr>
          <a:xfrm>
            <a:off x="11274136" y="6920346"/>
            <a:ext cx="3241964" cy="1194954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0680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Amenazas a la Privacidad en el Mundo Digital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9676"/>
            <a:ext cx="396835" cy="396835"/>
          </a:xfrm>
          <a:prstGeom prst="roundRect">
            <a:avLst>
              <a:gd name="adj" fmla="val 857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1417439" y="311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Seguimiento online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17439" y="3610094"/>
            <a:ext cx="304121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Sitios web y aplicaciones recopilan datos sobre tu comportamiento en línea, como tus visitas, búsquedas y compras.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119676"/>
            <a:ext cx="396835" cy="396835"/>
          </a:xfrm>
          <a:prstGeom prst="roundRect">
            <a:avLst>
              <a:gd name="adj" fmla="val 857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309116" y="311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Violación de datos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09116" y="3610094"/>
            <a:ext cx="304121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menudo, la información personal se ve comprometida debido a ataques cibernéticos o brechas de seguridad.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906572"/>
            <a:ext cx="396835" cy="396835"/>
          </a:xfrm>
          <a:prstGeom prst="roundRect">
            <a:avLst>
              <a:gd name="adj" fmla="val 857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417439" y="5906572"/>
            <a:ext cx="33038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Vigilancia gubernamental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17439" y="6396990"/>
            <a:ext cx="69327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gobiernos pueden monitorear las comunicaciones y las actividades en línea de los ciudadanos sin su consentimiento.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68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Legislación y Normativas Sobre Privacidad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84596"/>
            <a:ext cx="3664863" cy="3121462"/>
          </a:xfrm>
          <a:prstGeom prst="roundRect">
            <a:avLst>
              <a:gd name="adj" fmla="val 109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507004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GDPR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201829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Reglamento General de Protección de Datos (GDPR) de la UE establece normas estrictas para la recopilación y el uso de datos personales.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484596"/>
            <a:ext cx="3664863" cy="3121462"/>
          </a:xfrm>
          <a:prstGeom prst="roundRect">
            <a:avLst>
              <a:gd name="adj" fmla="val 109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10398681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CCPA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201829"/>
            <a:ext cx="32112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Ley de Privacidad del Consumidor de California (CCPA) ofrece a los residentes de California derechos específicos relacionados con sus datos personales.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832872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6507004" y="6059686"/>
            <a:ext cx="34999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Ley de Protección de Datos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55010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país tiene sus propias leyes sobre privacidad de datos que varían en su alcance y rigor.</a:t>
            </a:r>
            <a:endParaRPr lang="en-US" sz="17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6680C26-2761-9B3F-5074-891B767192AC}"/>
              </a:ext>
            </a:extLst>
          </p:cNvPr>
          <p:cNvSpPr/>
          <p:nvPr/>
        </p:nvSpPr>
        <p:spPr>
          <a:xfrm>
            <a:off x="11274136" y="7638812"/>
            <a:ext cx="3241964" cy="47648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512" y="551736"/>
            <a:ext cx="7739777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Herramientas y Estrategias para Proteger Tu Privacidad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512" y="2106573"/>
            <a:ext cx="501491" cy="5014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8512" y="2808684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VPN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188512" y="3242429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Encripta tu conexión a internet para proteger tu privacidad y seguridad.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512" y="4165283"/>
            <a:ext cx="501491" cy="5014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8512" y="4867394"/>
            <a:ext cx="3458051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Administrador de contraseñas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188512" y="5301139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Almacena de forma segura todas tus contraseñas y evita la reutilización.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512" y="6223992"/>
            <a:ext cx="501491" cy="5014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8512" y="6926104"/>
            <a:ext cx="2847499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Navegador de privacidad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188512" y="7359848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Bloquea rastreadores y anuncios para proteger tu privacidad en línea.</a:t>
            </a:r>
            <a:endParaRPr lang="en-US" sz="15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D1BD69-792B-F869-96A9-0F5D13385D6D}"/>
              </a:ext>
            </a:extLst>
          </p:cNvPr>
          <p:cNvSpPr/>
          <p:nvPr/>
        </p:nvSpPr>
        <p:spPr>
          <a:xfrm>
            <a:off x="11274136" y="7638812"/>
            <a:ext cx="3241964" cy="47648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115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163" y="3328630"/>
            <a:ext cx="12067223" cy="652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Privacidad en Redes Sociales y Plataformas Online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1163" y="5903595"/>
            <a:ext cx="13168074" cy="22860"/>
          </a:xfrm>
          <a:prstGeom prst="roundRect">
            <a:avLst>
              <a:gd name="adj" fmla="val 137092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2"/>
          <p:cNvSpPr/>
          <p:nvPr/>
        </p:nvSpPr>
        <p:spPr>
          <a:xfrm>
            <a:off x="3290649" y="5172432"/>
            <a:ext cx="22860" cy="731163"/>
          </a:xfrm>
          <a:prstGeom prst="roundRect">
            <a:avLst>
              <a:gd name="adj" fmla="val 137092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3067050" y="5668566"/>
            <a:ext cx="470059" cy="470059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3208020" y="5746909"/>
            <a:ext cx="188000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939998" y="4294823"/>
            <a:ext cx="4724162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Ajusta la configuración de privacidad para controlar qué información compartes.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65984" y="5903595"/>
            <a:ext cx="22860" cy="731163"/>
          </a:xfrm>
          <a:prstGeom prst="roundRect">
            <a:avLst>
              <a:gd name="adj" fmla="val 137092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5742384" y="5668566"/>
            <a:ext cx="470059" cy="470059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883354" y="5746909"/>
            <a:ext cx="188000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3615333" y="6843713"/>
            <a:ext cx="4724281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Evita proporcionar información personal innecesaria en los perfiles.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41318" y="5172432"/>
            <a:ext cx="22860" cy="731163"/>
          </a:xfrm>
          <a:prstGeom prst="roundRect">
            <a:avLst>
              <a:gd name="adj" fmla="val 137092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8417719" y="5668566"/>
            <a:ext cx="470059" cy="470059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8558689" y="5746909"/>
            <a:ext cx="188000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6290667" y="4294823"/>
            <a:ext cx="4724281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Sé consciente de los permisos que otorgas a las aplicaciones.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316772" y="5903595"/>
            <a:ext cx="22860" cy="731163"/>
          </a:xfrm>
          <a:prstGeom prst="roundRect">
            <a:avLst>
              <a:gd name="adj" fmla="val 137092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11093172" y="5668566"/>
            <a:ext cx="470059" cy="470059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11234142" y="5746909"/>
            <a:ext cx="188000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8966121" y="6843713"/>
            <a:ext cx="4724281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 cuidado con los enlaces sospechosos y la información que publicas.</a:t>
            </a:r>
            <a:endParaRPr lang="en-US" sz="16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F462D8-01A3-A483-0E16-67595892E830}"/>
              </a:ext>
            </a:extLst>
          </p:cNvPr>
          <p:cNvSpPr/>
          <p:nvPr/>
        </p:nvSpPr>
        <p:spPr>
          <a:xfrm>
            <a:off x="11274136" y="7638812"/>
            <a:ext cx="3241964" cy="47648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055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58" y="2692360"/>
            <a:ext cx="9251513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Concientización y Educación Sobre Privacidad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3508296"/>
            <a:ext cx="882134" cy="14114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64149" y="368462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Educación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764149" y="406610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fundamental enseñar a las personas sobre los riesgos y las mejores prácticas.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4919782"/>
            <a:ext cx="882134" cy="14114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4149" y="5096113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Concientización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764149" y="5477589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Difundir información y recursos sobre privacidad para crear conciencia.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58" y="6331268"/>
            <a:ext cx="882134" cy="14114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64149" y="6507599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Empoderamiento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764149" y="6889075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Ayudar a las personas a tomar decisiones informadas sobre su información personal.</a:t>
            </a:r>
            <a:endParaRPr lang="en-US" sz="13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E69A0D-7653-C4A4-786B-0FE4B2AC8C72}"/>
              </a:ext>
            </a:extLst>
          </p:cNvPr>
          <p:cNvSpPr/>
          <p:nvPr/>
        </p:nvSpPr>
        <p:spPr>
          <a:xfrm>
            <a:off x="11274136" y="7638812"/>
            <a:ext cx="3241964" cy="47648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4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134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la era digital, la privacidad es un derecho fundamental. La protección de la información personal requiere un enfoque proactivo, conocimiento y la utilización de herramientas y estrategias para navegar el complejo panorama digital con seguridad.</a:t>
            </a:r>
            <a:endParaRPr lang="en-US" sz="17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19FA28-9300-36C9-1CFE-388CA58F08F9}"/>
              </a:ext>
            </a:extLst>
          </p:cNvPr>
          <p:cNvSpPr/>
          <p:nvPr/>
        </p:nvSpPr>
        <p:spPr>
          <a:xfrm>
            <a:off x="11274136" y="7638812"/>
            <a:ext cx="3241964" cy="47648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Personalizado</PresentationFormat>
  <Paragraphs>57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Roboto</vt:lpstr>
      <vt:lpstr>Roboto Medium</vt:lpstr>
      <vt:lpstr>IBM Plex Sans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Fernando Guzman Celaya</cp:lastModifiedBy>
  <cp:revision>2</cp:revision>
  <dcterms:created xsi:type="dcterms:W3CDTF">2024-12-04T19:41:16Z</dcterms:created>
  <dcterms:modified xsi:type="dcterms:W3CDTF">2024-12-04T19:43:59Z</dcterms:modified>
</cp:coreProperties>
</file>